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9" r:id="rId1"/>
  </p:sldMasterIdLst>
  <p:sldIdLst>
    <p:sldId id="265" r:id="rId2"/>
    <p:sldId id="259" r:id="rId3"/>
    <p:sldId id="264" r:id="rId4"/>
    <p:sldId id="260" r:id="rId5"/>
    <p:sldId id="261" r:id="rId6"/>
    <p:sldId id="267"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94660"/>
  </p:normalViewPr>
  <p:slideViewPr>
    <p:cSldViewPr snapToGrid="0">
      <p:cViewPr varScale="1">
        <p:scale>
          <a:sx n="63" d="100"/>
          <a:sy n="63" d="100"/>
        </p:scale>
        <p:origin x="69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70271" y="2379408"/>
            <a:ext cx="10972800" cy="2251584"/>
          </a:xfrm>
          <a:noFill/>
          <a:effectLst>
            <a:outerShdw blurRad="50800" dist="38100" dir="2700000" algn="tl" rotWithShape="0">
              <a:prstClr val="black">
                <a:alpha val="40000"/>
              </a:prstClr>
            </a:outerShdw>
          </a:effectLst>
        </p:spPr>
        <p:txBody>
          <a:bodyPr>
            <a:normAutofit/>
          </a:bodyPr>
          <a:lstStyle>
            <a:lvl1pPr algn="r">
              <a:defRPr sz="4800">
                <a:solidFill>
                  <a:srgbClr val="0070C0"/>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560437" y="4925957"/>
            <a:ext cx="10972800" cy="904568"/>
          </a:xfrm>
        </p:spPr>
        <p:txBody>
          <a:bodyPr>
            <a:normAutofit/>
          </a:bodyPr>
          <a:lstStyle>
            <a:lvl1pPr marL="0" indent="0" algn="r">
              <a:buNone/>
              <a:defRPr sz="3733" b="0" i="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4250641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9263" y="299116"/>
            <a:ext cx="11012131" cy="1018035"/>
          </a:xfrm>
        </p:spPr>
        <p:txBody>
          <a:bodyPr>
            <a:normAutofit/>
          </a:bodyPr>
          <a:lstStyle>
            <a:lvl1pPr algn="r">
              <a:defRPr sz="4800" baseline="0">
                <a:solidFill>
                  <a:srgbClr val="0070C0"/>
                </a:solidFill>
                <a:effectLst>
                  <a:outerShdw blurRad="50800" dist="38100" dir="2700000" algn="tl" rotWithShape="0">
                    <a:prstClr val="black">
                      <a:alpha val="40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618285" y="1750141"/>
            <a:ext cx="10994760" cy="4621160"/>
          </a:xfrm>
        </p:spPr>
        <p:txBody>
          <a:bodyPr/>
          <a:lstStyle>
            <a:lvl1pPr algn="l">
              <a:defRPr sz="3733">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479467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89475" y="542050"/>
            <a:ext cx="8378376" cy="967132"/>
          </a:xfrm>
        </p:spPr>
        <p:txBody>
          <a:bodyPr>
            <a:normAutofit/>
          </a:bodyPr>
          <a:lstStyle>
            <a:lvl1pPr algn="l">
              <a:defRPr sz="4800">
                <a:solidFill>
                  <a:srgbClr val="0070C0"/>
                </a:solidFill>
                <a:effectLst>
                  <a:outerShdw blurRad="50800" dist="38100" dir="2700000" algn="tl" rotWithShape="0">
                    <a:prstClr val="black">
                      <a:alpha val="40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3185651" y="1691148"/>
            <a:ext cx="8406580" cy="4560181"/>
          </a:xfrm>
        </p:spPr>
        <p:txBody>
          <a:bodyPr/>
          <a:lstStyle>
            <a:lvl1pPr>
              <a:defRPr sz="3733">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3452298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227904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3EB8782-FB12-4154-A0D4-82620AE1B22C}" type="datetimeFigureOut">
              <a:rPr lang="en-IN" smtClean="0"/>
              <a:t>22-12-2022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2929815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0257" y="362198"/>
            <a:ext cx="10791153" cy="1018033"/>
          </a:xfrm>
        </p:spPr>
        <p:txBody>
          <a:bodyPr>
            <a:normAutofit/>
          </a:bodyPr>
          <a:lstStyle>
            <a:lvl1pPr algn="r">
              <a:defRPr sz="4800" baseline="0">
                <a:solidFill>
                  <a:srgbClr val="0070C0"/>
                </a:solidFill>
                <a:effectLst>
                  <a:outerShdw blurRad="50800" dist="38100" dir="2700000" algn="tl" rotWithShape="0">
                    <a:prstClr val="black">
                      <a:alpha val="40000"/>
                    </a:prstClr>
                  </a:outerShdw>
                </a:effectLst>
              </a:defRPr>
            </a:lvl1pPr>
          </a:lstStyle>
          <a:p>
            <a:r>
              <a:rPr lang="en-US"/>
              <a:t>Click to edit Master title style</a:t>
            </a:r>
            <a:endParaRPr lang="en-US" dirty="0"/>
          </a:p>
        </p:txBody>
      </p:sp>
      <p:sp>
        <p:nvSpPr>
          <p:cNvPr id="3" name="Text Placeholder 2"/>
          <p:cNvSpPr>
            <a:spLocks noGrp="1"/>
          </p:cNvSpPr>
          <p:nvPr>
            <p:ph type="body" idx="1"/>
          </p:nvPr>
        </p:nvSpPr>
        <p:spPr>
          <a:xfrm>
            <a:off x="696175" y="2207356"/>
            <a:ext cx="5386917" cy="639763"/>
          </a:xfrm>
        </p:spPr>
        <p:txBody>
          <a:bodyPr anchor="b"/>
          <a:lstStyle>
            <a:lvl1pPr marL="0" indent="0" algn="ctr">
              <a:buNone/>
              <a:defRPr sz="3200" b="1">
                <a:solidFill>
                  <a:schemeClr val="bg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96175" y="2837219"/>
            <a:ext cx="5386917" cy="3035059"/>
          </a:xfrm>
        </p:spPr>
        <p:txBody>
          <a:bodyPr/>
          <a:lstStyle>
            <a:lvl1pPr algn="ctr">
              <a:defRPr sz="3200">
                <a:solidFill>
                  <a:schemeClr val="bg1"/>
                </a:solidFill>
              </a:defRPr>
            </a:lvl1pPr>
            <a:lvl2pPr algn="ctr">
              <a:defRPr sz="2667">
                <a:solidFill>
                  <a:schemeClr val="bg1"/>
                </a:solidFill>
              </a:defRPr>
            </a:lvl2pPr>
            <a:lvl3pPr algn="ctr">
              <a:defRPr sz="2400">
                <a:solidFill>
                  <a:schemeClr val="bg1"/>
                </a:solidFill>
              </a:defRPr>
            </a:lvl3pPr>
            <a:lvl4pPr algn="ctr">
              <a:defRPr sz="2133">
                <a:solidFill>
                  <a:schemeClr val="bg1"/>
                </a:solidFill>
              </a:defRPr>
            </a:lvl4pPr>
            <a:lvl5pPr algn="ctr">
              <a:defRPr sz="2133">
                <a:solidFill>
                  <a:schemeClr val="bg1"/>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6337" y="2207356"/>
            <a:ext cx="5389033" cy="639763"/>
          </a:xfrm>
        </p:spPr>
        <p:txBody>
          <a:bodyPr anchor="b"/>
          <a:lstStyle>
            <a:lvl1pPr marL="0" indent="0" algn="ctr">
              <a:buNone/>
              <a:defRPr sz="3200" b="1">
                <a:solidFill>
                  <a:schemeClr val="bg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076337" y="2837219"/>
            <a:ext cx="5389033" cy="3035059"/>
          </a:xfrm>
        </p:spPr>
        <p:txBody>
          <a:bodyPr/>
          <a:lstStyle>
            <a:lvl1pPr algn="ctr">
              <a:defRPr sz="3200">
                <a:solidFill>
                  <a:schemeClr val="bg1"/>
                </a:solidFill>
              </a:defRPr>
            </a:lvl1pPr>
            <a:lvl2pPr algn="ctr">
              <a:defRPr sz="2667">
                <a:solidFill>
                  <a:schemeClr val="bg1"/>
                </a:solidFill>
              </a:defRPr>
            </a:lvl2pPr>
            <a:lvl3pPr algn="ctr">
              <a:defRPr sz="2400">
                <a:solidFill>
                  <a:schemeClr val="bg1"/>
                </a:solidFill>
              </a:defRPr>
            </a:lvl3pPr>
            <a:lvl4pPr algn="ctr">
              <a:defRPr sz="2133">
                <a:solidFill>
                  <a:schemeClr val="bg1"/>
                </a:solidFill>
              </a:defRPr>
            </a:lvl4pPr>
            <a:lvl5pPr algn="ctr">
              <a:defRPr sz="2133">
                <a:solidFill>
                  <a:schemeClr val="bg1"/>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EB8782-FB12-4154-A0D4-82620AE1B22C}" type="datetimeFigureOut">
              <a:rPr lang="en-IN" smtClean="0"/>
              <a:t>22-12-2022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1323761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3EB8782-FB12-4154-A0D4-82620AE1B22C}" type="datetimeFigureOut">
              <a:rPr lang="en-IN" smtClean="0"/>
              <a:t>22-12-2022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1107455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EB8782-FB12-4154-A0D4-82620AE1B22C}" type="datetimeFigureOut">
              <a:rPr lang="en-IN" smtClean="0"/>
              <a:t>22-12-2022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40145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A3EB8782-FB12-4154-A0D4-82620AE1B22C}" type="datetimeFigureOut">
              <a:rPr lang="en-IN" smtClean="0"/>
              <a:t>22-12-2022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110787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A3EB8782-FB12-4154-A0D4-82620AE1B22C}" type="datetimeFigureOut">
              <a:rPr lang="en-IN" smtClean="0"/>
              <a:t>22-12-2022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1464349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spTree>
    <p:extLst>
      <p:ext uri="{BB962C8B-B14F-4D97-AF65-F5344CB8AC3E}">
        <p14:creationId xmlns:p14="http://schemas.microsoft.com/office/powerpoint/2010/main" val="1327969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EB8782-FB12-4154-A0D4-82620AE1B22C}" type="datetimeFigureOut">
              <a:rPr lang="en-IN" smtClean="0"/>
              <a:t>22-12-2022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485935-DF36-4900-81AB-3CAE2DB2ECF4}" type="slidenum">
              <a:rPr lang="en-IN" smtClean="0"/>
              <a:t>‹#›</a:t>
            </a:fld>
            <a:endParaRPr lang="en-IN"/>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77967" y="3101618"/>
            <a:ext cx="1951712" cy="70261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528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A3EB8782-FB12-4154-A0D4-82620AE1B22C}" type="datetimeFigureOut">
              <a:rPr lang="en-IN" smtClean="0"/>
              <a:t>22-12-2022</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5A485935-DF36-4900-81AB-3CAE2DB2ECF4}" type="slidenum">
              <a:rPr lang="en-IN" smtClean="0"/>
              <a:t>‹#›</a:t>
            </a:fld>
            <a:endParaRPr lang="en-IN"/>
          </a:p>
        </p:txBody>
      </p:sp>
      <p:sp>
        <p:nvSpPr>
          <p:cNvPr id="7" name="TextBox 6">
            <a:extLst>
              <a:ext uri="{FF2B5EF4-FFF2-40B4-BE49-F238E27FC236}">
                <a16:creationId xmlns:a16="http://schemas.microsoft.com/office/drawing/2014/main" id="{11E867DF-3DCA-4725-94F0-F2B6BD747A82}"/>
              </a:ext>
            </a:extLst>
          </p:cNvPr>
          <p:cNvSpPr txBox="1"/>
          <p:nvPr/>
        </p:nvSpPr>
        <p:spPr>
          <a:xfrm>
            <a:off x="-12200" y="6951663"/>
            <a:ext cx="11186167" cy="666977"/>
          </a:xfrm>
          <a:prstGeom prst="rect">
            <a:avLst/>
          </a:prstGeom>
          <a:noFill/>
        </p:spPr>
        <p:txBody>
          <a:bodyPr wrap="square" rtlCol="0">
            <a:spAutoFit/>
          </a:bodyPr>
          <a:lstStyle/>
          <a:p>
            <a:r>
              <a:rPr lang="en-US" sz="1867" dirty="0">
                <a:solidFill>
                  <a:schemeClr val="bg1">
                    <a:lumMod val="65000"/>
                  </a:schemeClr>
                </a:solidFill>
              </a:rPr>
              <a:t>This presentation uses a free template provided by FPPT.com</a:t>
            </a:r>
          </a:p>
          <a:p>
            <a:r>
              <a:rPr lang="en-US" sz="1867" dirty="0">
                <a:solidFill>
                  <a:schemeClr val="bg1">
                    <a:lumMod val="65000"/>
                  </a:schemeClr>
                </a:solidFill>
              </a:rPr>
              <a:t>www.free-power-point-templates.com</a:t>
            </a:r>
          </a:p>
        </p:txBody>
      </p:sp>
    </p:spTree>
    <p:extLst>
      <p:ext uri="{BB962C8B-B14F-4D97-AF65-F5344CB8AC3E}">
        <p14:creationId xmlns:p14="http://schemas.microsoft.com/office/powerpoint/2010/main" val="3163139420"/>
      </p:ext>
    </p:extLst>
  </p:cSld>
  <p:clrMap bg1="lt1" tx1="dk1" bg2="lt2" tx2="dk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24" r:id="rId5"/>
    <p:sldLayoutId id="2147484025" r:id="rId6"/>
    <p:sldLayoutId id="2147484026" r:id="rId7"/>
    <p:sldLayoutId id="2147484027" r:id="rId8"/>
    <p:sldLayoutId id="2147484028" r:id="rId9"/>
    <p:sldLayoutId id="2147484029" r:id="rId10"/>
    <p:sldLayoutId id="2147484030" r:id="rId11"/>
    <p:sldLayoutId id="2147484031" r:id="rId12"/>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8462" y="2780100"/>
            <a:ext cx="7227618" cy="2238940"/>
          </a:xfrm>
        </p:spPr>
        <p:txBody>
          <a:bodyPr/>
          <a:lstStyle/>
          <a:p>
            <a:pPr algn="ctr"/>
            <a:r>
              <a:rPr lang="en-US" dirty="0">
                <a:solidFill>
                  <a:schemeClr val="accent5">
                    <a:lumMod val="40000"/>
                    <a:lumOff val="60000"/>
                  </a:schemeClr>
                </a:solidFill>
              </a:rPr>
              <a:t>CODERS CAFE</a:t>
            </a:r>
            <a:endParaRPr lang="en-IN" dirty="0">
              <a:solidFill>
                <a:schemeClr val="accent5">
                  <a:lumMod val="40000"/>
                  <a:lumOff val="60000"/>
                </a:scheme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1"/>
            <a:ext cx="3048000" cy="904875"/>
          </a:xfrm>
          <a:prstGeom prst="rect">
            <a:avLst/>
          </a:prstGeom>
        </p:spPr>
      </p:pic>
    </p:spTree>
    <p:extLst>
      <p:ext uri="{BB962C8B-B14F-4D97-AF65-F5344CB8AC3E}">
        <p14:creationId xmlns:p14="http://schemas.microsoft.com/office/powerpoint/2010/main" val="3844425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013160" y="80211"/>
            <a:ext cx="4932946" cy="1612231"/>
          </a:xfrm>
        </p:spPr>
        <p:txBody>
          <a:bodyPr>
            <a:noAutofit/>
          </a:bodyPr>
          <a:lstStyle/>
          <a:p>
            <a:r>
              <a:rPr lang="en-IN" sz="2800" dirty="0"/>
              <a:t> </a:t>
            </a:r>
            <a:endParaRPr lang="en-IN" sz="2800" dirty="0">
              <a:solidFill>
                <a:srgbClr val="0070C0"/>
              </a:solidFill>
            </a:endParaRPr>
          </a:p>
        </p:txBody>
      </p:sp>
      <p:sp>
        <p:nvSpPr>
          <p:cNvPr id="3" name="Content Placeholder 2"/>
          <p:cNvSpPr>
            <a:spLocks noGrp="1"/>
          </p:cNvSpPr>
          <p:nvPr>
            <p:ph sz="half" idx="1"/>
          </p:nvPr>
        </p:nvSpPr>
        <p:spPr>
          <a:xfrm>
            <a:off x="176922" y="1863523"/>
            <a:ext cx="11768152" cy="4861367"/>
          </a:xfrm>
        </p:spPr>
        <p:txBody>
          <a:bodyPr>
            <a:normAutofit/>
          </a:bodyPr>
          <a:lstStyle/>
          <a:p>
            <a:pPr marL="0" indent="0">
              <a:buNone/>
            </a:pPr>
            <a:r>
              <a:rPr lang="en-IN" dirty="0">
                <a:solidFill>
                  <a:schemeClr val="bg1"/>
                </a:solidFill>
              </a:rPr>
              <a:t>GUIDE :                                                        </a:t>
            </a:r>
          </a:p>
          <a:p>
            <a:pPr marL="0" indent="0">
              <a:buNone/>
            </a:pPr>
            <a:r>
              <a:rPr lang="en-IN" sz="3000" dirty="0" err="1">
                <a:solidFill>
                  <a:schemeClr val="bg1"/>
                </a:solidFill>
              </a:rPr>
              <a:t>Dr.</a:t>
            </a:r>
            <a:r>
              <a:rPr lang="en-IN" sz="3000" dirty="0">
                <a:solidFill>
                  <a:schemeClr val="bg1"/>
                </a:solidFill>
              </a:rPr>
              <a:t> Vineet Sharma</a:t>
            </a:r>
            <a:r>
              <a:rPr lang="en-US" sz="2400" dirty="0">
                <a:solidFill>
                  <a:schemeClr val="bg1"/>
                </a:solidFill>
              </a:rPr>
              <a:t>(Head Of Department CSE)</a:t>
            </a:r>
          </a:p>
          <a:p>
            <a:pPr marL="0" indent="0">
              <a:buNone/>
            </a:pPr>
            <a:endParaRPr lang="en-US" dirty="0">
              <a:solidFill>
                <a:schemeClr val="bg1"/>
              </a:solidFill>
            </a:endParaRPr>
          </a:p>
          <a:p>
            <a:pPr marL="0" indent="0">
              <a:buNone/>
            </a:pPr>
            <a:r>
              <a:rPr lang="en-US" dirty="0">
                <a:solidFill>
                  <a:schemeClr val="bg1"/>
                </a:solidFill>
              </a:rPr>
              <a:t>TEAM MEMBERS:</a:t>
            </a:r>
          </a:p>
          <a:p>
            <a:pPr marL="0" indent="0">
              <a:buNone/>
            </a:pPr>
            <a:r>
              <a:rPr lang="en-US" sz="3000" dirty="0">
                <a:solidFill>
                  <a:schemeClr val="bg1"/>
                </a:solidFill>
              </a:rPr>
              <a:t>JAYANT GUPTA</a:t>
            </a:r>
          </a:p>
          <a:p>
            <a:pPr marL="0" indent="0">
              <a:buNone/>
            </a:pPr>
            <a:r>
              <a:rPr lang="en-US" sz="3000" dirty="0">
                <a:solidFill>
                  <a:schemeClr val="bg1"/>
                </a:solidFill>
              </a:rPr>
              <a:t>MRIDUL PANDEY</a:t>
            </a:r>
          </a:p>
          <a:p>
            <a:pPr marL="0" indent="0">
              <a:buNone/>
            </a:pPr>
            <a:r>
              <a:rPr lang="en-US" sz="3000" dirty="0">
                <a:solidFill>
                  <a:schemeClr val="bg1"/>
                </a:solidFill>
              </a:rPr>
              <a:t>HEM KISHAN</a:t>
            </a:r>
            <a:endParaRPr lang="en-IN" sz="3000" dirty="0">
              <a:solidFill>
                <a:schemeClr val="bg1"/>
              </a:solidFill>
            </a:endParaRPr>
          </a:p>
        </p:txBody>
      </p:sp>
      <p:sp>
        <p:nvSpPr>
          <p:cNvPr id="4" name="Content Placeholder 3"/>
          <p:cNvSpPr>
            <a:spLocks noGrp="1"/>
          </p:cNvSpPr>
          <p:nvPr>
            <p:ph sz="half" idx="2"/>
          </p:nvPr>
        </p:nvSpPr>
        <p:spPr>
          <a:xfrm>
            <a:off x="7620000" y="4557713"/>
            <a:ext cx="4219575" cy="2300287"/>
          </a:xfrm>
        </p:spPr>
        <p:txBody>
          <a:bodyPr>
            <a:normAutofit/>
          </a:bodyPr>
          <a:lstStyle/>
          <a:p>
            <a:pPr marL="0" indent="0">
              <a:buNone/>
            </a:pPr>
            <a:r>
              <a:rPr lang="en-IN" dirty="0"/>
              <a:t>   </a:t>
            </a:r>
            <a:endParaRPr lang="en-IN" dirty="0">
              <a:solidFill>
                <a:schemeClr val="bg1"/>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6755" y="8021"/>
            <a:ext cx="2035245" cy="1716505"/>
          </a:xfrm>
          <a:prstGeom prst="rect">
            <a:avLst/>
          </a:prstGeom>
        </p:spPr>
      </p:pic>
      <p:sp>
        <p:nvSpPr>
          <p:cNvPr id="6" name="Rectangle 5"/>
          <p:cNvSpPr/>
          <p:nvPr/>
        </p:nvSpPr>
        <p:spPr>
          <a:xfrm>
            <a:off x="5172890" y="287153"/>
            <a:ext cx="4362996" cy="1158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600"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02894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9263" y="245328"/>
            <a:ext cx="9268715" cy="1018035"/>
          </a:xfrm>
        </p:spPr>
        <p:txBody>
          <a:bodyPr/>
          <a:lstStyle/>
          <a:p>
            <a:r>
              <a:rPr lang="en-US" dirty="0"/>
              <a:t>INTRODUCTION</a:t>
            </a:r>
            <a:endParaRPr lang="en-IN"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6755" y="0"/>
            <a:ext cx="2035245" cy="1716505"/>
          </a:xfrm>
          <a:prstGeom prst="rect">
            <a:avLst/>
          </a:prstGeom>
        </p:spPr>
      </p:pic>
      <p:sp>
        <p:nvSpPr>
          <p:cNvPr id="6" name="TextBox 5"/>
          <p:cNvSpPr txBox="1"/>
          <p:nvPr/>
        </p:nvSpPr>
        <p:spPr>
          <a:xfrm flipH="1" flipV="1">
            <a:off x="914646" y="1797078"/>
            <a:ext cx="432890" cy="1387279"/>
          </a:xfrm>
          <a:prstGeom prst="rect">
            <a:avLst/>
          </a:prstGeom>
          <a:noFill/>
        </p:spPr>
        <p:txBody>
          <a:bodyPr wrap="square" rtlCol="0">
            <a:spAutoFit/>
          </a:bodyPr>
          <a:lstStyle/>
          <a:p>
            <a:endParaRPr lang="en-IN" dirty="0"/>
          </a:p>
        </p:txBody>
      </p:sp>
      <p:sp>
        <p:nvSpPr>
          <p:cNvPr id="3" name="Content Placeholder 2"/>
          <p:cNvSpPr>
            <a:spLocks noGrp="1"/>
          </p:cNvSpPr>
          <p:nvPr>
            <p:ph idx="1"/>
          </p:nvPr>
        </p:nvSpPr>
        <p:spPr>
          <a:xfrm>
            <a:off x="467360" y="1930401"/>
            <a:ext cx="10891520" cy="4927598"/>
          </a:xfrm>
        </p:spPr>
        <p:txBody>
          <a:bodyPr>
            <a:noAutofit/>
          </a:bodyPr>
          <a:lstStyle/>
          <a:p>
            <a:pPr marL="0" indent="0" algn="just">
              <a:buNone/>
            </a:pPr>
            <a:endParaRPr lang="en-US" sz="2400" dirty="0"/>
          </a:p>
          <a:p>
            <a:pPr algn="just">
              <a:buFont typeface="Wingdings" panose="05000000000000000000" pitchFamily="2" charset="2"/>
              <a:buChar char="Ø"/>
            </a:pPr>
            <a:r>
              <a:rPr lang="en-US" sz="2800" dirty="0"/>
              <a:t>Our project is Social Media Website, which will connect students of same domain which will help them learn new skills. Students have a user section in which they can mention their skills, interests, achievements, etc. so that they can get connected. There is help section in which students can ask queries and get it solved by other skilled students. To enhance learning there is a resource section for each domain and the quality of content is determined by the </a:t>
            </a:r>
            <a:r>
              <a:rPr lang="en-US" sz="2800" dirty="0" err="1"/>
              <a:t>votes.Students</a:t>
            </a:r>
            <a:r>
              <a:rPr lang="en-US" sz="2800" dirty="0"/>
              <a:t> can interact, discuss and plan through </a:t>
            </a:r>
            <a:r>
              <a:rPr lang="en-US" sz="2800" dirty="0" err="1"/>
              <a:t>chatbox</a:t>
            </a:r>
            <a:r>
              <a:rPr lang="en-US" sz="2800" dirty="0"/>
              <a:t>. </a:t>
            </a:r>
            <a:endParaRPr lang="en-IN" sz="2800" dirty="0"/>
          </a:p>
        </p:txBody>
      </p:sp>
    </p:spTree>
    <p:extLst>
      <p:ext uri="{BB962C8B-B14F-4D97-AF65-F5344CB8AC3E}">
        <p14:creationId xmlns:p14="http://schemas.microsoft.com/office/powerpoint/2010/main" val="2071568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9264" y="299116"/>
            <a:ext cx="7776800" cy="1018035"/>
          </a:xfrm>
        </p:spPr>
        <p:txBody>
          <a:bodyPr/>
          <a:lstStyle/>
          <a:p>
            <a:r>
              <a:rPr lang="en-US" dirty="0"/>
              <a:t>OBJECTIVE</a:t>
            </a:r>
            <a:endParaRPr lang="en-IN" dirty="0"/>
          </a:p>
        </p:txBody>
      </p:sp>
      <p:sp>
        <p:nvSpPr>
          <p:cNvPr id="3" name="Content Placeholder 2"/>
          <p:cNvSpPr>
            <a:spLocks noGrp="1"/>
          </p:cNvSpPr>
          <p:nvPr>
            <p:ph idx="1"/>
          </p:nvPr>
        </p:nvSpPr>
        <p:spPr>
          <a:xfrm>
            <a:off x="385011" y="2590800"/>
            <a:ext cx="11239013" cy="4114799"/>
          </a:xfrm>
        </p:spPr>
        <p:txBody>
          <a:bodyPr>
            <a:normAutofit/>
          </a:bodyPr>
          <a:lstStyle/>
          <a:p>
            <a:pPr>
              <a:buFont typeface="Wingdings" panose="05000000000000000000" pitchFamily="2" charset="2"/>
              <a:buChar char="Ø"/>
            </a:pPr>
            <a:r>
              <a:rPr lang="en-US" sz="2800" b="0" i="0" dirty="0">
                <a:effectLst/>
                <a:latin typeface="ui-sans-serif"/>
              </a:rPr>
              <a:t>To  give students a platform to collaborate and communicate with each other on different ideas and projects.</a:t>
            </a:r>
          </a:p>
          <a:p>
            <a:pPr>
              <a:buFont typeface="Wingdings" panose="05000000000000000000" pitchFamily="2" charset="2"/>
              <a:buChar char="Ø"/>
            </a:pPr>
            <a:r>
              <a:rPr lang="en-US" sz="2800" b="0" i="0" dirty="0">
                <a:effectLst/>
                <a:latin typeface="ui-sans-serif"/>
              </a:rPr>
              <a:t>To serve as a personal learning tool and allows to get gist of the latest technologies.</a:t>
            </a:r>
          </a:p>
          <a:p>
            <a:pPr>
              <a:buFont typeface="Wingdings" panose="05000000000000000000" pitchFamily="2" charset="2"/>
              <a:buChar char="Ø"/>
            </a:pPr>
            <a:r>
              <a:rPr lang="en-US" sz="2800" dirty="0">
                <a:latin typeface="ui-sans-serif"/>
              </a:rPr>
              <a:t>To increase interaction among students so that they can learn together and develop new skills.</a:t>
            </a:r>
            <a:endParaRPr lang="en-US" sz="2800" b="0" i="0" dirty="0">
              <a:effectLst/>
              <a:latin typeface="ui-sans-serif"/>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6755" y="0"/>
            <a:ext cx="2035245" cy="1716505"/>
          </a:xfrm>
          <a:prstGeom prst="rect">
            <a:avLst/>
          </a:prstGeom>
        </p:spPr>
      </p:pic>
    </p:spTree>
    <p:extLst>
      <p:ext uri="{BB962C8B-B14F-4D97-AF65-F5344CB8AC3E}">
        <p14:creationId xmlns:p14="http://schemas.microsoft.com/office/powerpoint/2010/main" val="2620882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4651"/>
            <a:ext cx="6549189" cy="920750"/>
          </a:xfrm>
        </p:spPr>
        <p:txBody>
          <a:bodyPr/>
          <a:lstStyle/>
          <a:p>
            <a:r>
              <a:rPr lang="en-IN" dirty="0"/>
              <a:t>SCOPE</a:t>
            </a:r>
          </a:p>
        </p:txBody>
      </p:sp>
      <p:sp>
        <p:nvSpPr>
          <p:cNvPr id="3" name="Content Placeholder 2"/>
          <p:cNvSpPr>
            <a:spLocks noGrp="1"/>
          </p:cNvSpPr>
          <p:nvPr>
            <p:ph idx="1"/>
          </p:nvPr>
        </p:nvSpPr>
        <p:spPr>
          <a:xfrm>
            <a:off x="378821" y="1716505"/>
            <a:ext cx="11033761" cy="4937760"/>
          </a:xfrm>
        </p:spPr>
        <p:txBody>
          <a:bodyPr>
            <a:noAutofit/>
          </a:bodyPr>
          <a:lstStyle/>
          <a:p>
            <a:pPr>
              <a:buFont typeface="Wingdings" panose="05000000000000000000" pitchFamily="2" charset="2"/>
              <a:buChar char="Ø"/>
            </a:pPr>
            <a:r>
              <a:rPr lang="en-US" sz="2800" dirty="0"/>
              <a:t>We can use our project as website that will enable students </a:t>
            </a:r>
            <a:r>
              <a:rPr lang="en-US" sz="2800" dirty="0">
                <a:solidFill>
                  <a:srgbClr val="2A2A2A"/>
                </a:solidFill>
                <a:latin typeface="Roboto" panose="020B0604020202020204" pitchFamily="2" charset="0"/>
              </a:rPr>
              <a:t> </a:t>
            </a:r>
            <a:r>
              <a:rPr lang="en-US" sz="2800" dirty="0">
                <a:latin typeface="Roboto" panose="020B0604020202020204" pitchFamily="2" charset="0"/>
              </a:rPr>
              <a:t>to get </a:t>
            </a:r>
            <a:r>
              <a:rPr lang="en-US" sz="2800" b="0" i="0" dirty="0">
                <a:solidFill>
                  <a:srgbClr val="2A2A2A"/>
                </a:solidFill>
                <a:effectLst/>
                <a:latin typeface="Roboto" panose="020B0604020202020204" pitchFamily="2" charset="0"/>
              </a:rPr>
              <a:t> </a:t>
            </a:r>
            <a:r>
              <a:rPr lang="en-US" sz="2800" b="0" i="0" dirty="0">
                <a:effectLst/>
                <a:latin typeface="Roboto" panose="020B0604020202020204" pitchFamily="2" charset="0"/>
              </a:rPr>
              <a:t>useful information , to connect with students with different domains and make education more convenient</a:t>
            </a:r>
            <a:r>
              <a:rPr lang="en-US" sz="2400" b="0" i="0" dirty="0">
                <a:effectLst/>
                <a:latin typeface="Roboto" panose="020B0604020202020204" pitchFamily="2" charset="0"/>
              </a:rPr>
              <a:t>.</a:t>
            </a:r>
            <a:r>
              <a:rPr lang="en-US" sz="1100" b="0" i="0" dirty="0">
                <a:solidFill>
                  <a:srgbClr val="2A2A2A"/>
                </a:solidFill>
                <a:effectLst/>
                <a:latin typeface="Roboto" panose="020B0604020202020204" pitchFamily="2" charset="0"/>
              </a:rPr>
              <a:t>, </a:t>
            </a:r>
            <a:endParaRPr lang="en-US" sz="2800" b="0" i="0" dirty="0">
              <a:solidFill>
                <a:srgbClr val="2A2A2A"/>
              </a:solidFill>
              <a:effectLst/>
              <a:latin typeface="Roboto" panose="02000000000000000000" pitchFamily="2" charset="0"/>
            </a:endParaRPr>
          </a:p>
          <a:p>
            <a:pPr marL="0" indent="0">
              <a:buNone/>
            </a:pPr>
            <a:endParaRPr lang="en-US" sz="2800" dirty="0">
              <a:latin typeface="Roboto" panose="02000000000000000000" pitchFamily="2" charset="0"/>
            </a:endParaRPr>
          </a:p>
          <a:p>
            <a:pPr>
              <a:buFont typeface="Wingdings" panose="05000000000000000000" pitchFamily="2" charset="2"/>
              <a:buChar char="Ø"/>
            </a:pPr>
            <a:r>
              <a:rPr lang="en-US" sz="2800" b="0" i="0" dirty="0">
                <a:effectLst/>
                <a:latin typeface="Roboto" panose="02000000000000000000" pitchFamily="2" charset="0"/>
              </a:rPr>
              <a:t>This website can be used to communicate campus news, make announcements and provide students with useful information. </a:t>
            </a:r>
          </a:p>
          <a:p>
            <a:pPr>
              <a:buFont typeface="Wingdings" panose="05000000000000000000" pitchFamily="2" charset="2"/>
              <a:buChar char="Ø"/>
            </a:pPr>
            <a:endParaRPr lang="en-US" sz="2800" dirty="0">
              <a:latin typeface="Roboto" panose="02000000000000000000" pitchFamily="2" charset="0"/>
            </a:endParaRPr>
          </a:p>
          <a:p>
            <a:pPr>
              <a:buFont typeface="Wingdings" panose="05000000000000000000" pitchFamily="2" charset="2"/>
              <a:buChar char="Ø"/>
            </a:pPr>
            <a:r>
              <a:rPr lang="en-US" sz="2800" b="0" i="0" dirty="0">
                <a:effectLst/>
                <a:latin typeface="Roboto" panose="02000000000000000000" pitchFamily="2" charset="0"/>
              </a:rPr>
              <a:t>This builds engagement between the college and students which help tackle many student issues through the group interactions.</a:t>
            </a:r>
            <a:endParaRPr lang="en-IN" sz="28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6755" y="0"/>
            <a:ext cx="2035245" cy="1716505"/>
          </a:xfrm>
          <a:prstGeom prst="rect">
            <a:avLst/>
          </a:prstGeom>
        </p:spPr>
      </p:pic>
    </p:spTree>
    <p:extLst>
      <p:ext uri="{BB962C8B-B14F-4D97-AF65-F5344CB8AC3E}">
        <p14:creationId xmlns:p14="http://schemas.microsoft.com/office/powerpoint/2010/main" val="714599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4822" y="403390"/>
            <a:ext cx="5253790" cy="1018035"/>
          </a:xfrm>
        </p:spPr>
        <p:txBody>
          <a:bodyPr/>
          <a:lstStyle/>
          <a:p>
            <a:r>
              <a:rPr lang="en-IN" dirty="0"/>
              <a:t>TECHNOLOGY USED </a:t>
            </a:r>
          </a:p>
        </p:txBody>
      </p:sp>
      <p:sp>
        <p:nvSpPr>
          <p:cNvPr id="3" name="Content Placeholder 2"/>
          <p:cNvSpPr>
            <a:spLocks noGrp="1"/>
          </p:cNvSpPr>
          <p:nvPr>
            <p:ph idx="1"/>
          </p:nvPr>
        </p:nvSpPr>
        <p:spPr>
          <a:xfrm>
            <a:off x="548640" y="2299063"/>
            <a:ext cx="11064405" cy="4072237"/>
          </a:xfrm>
        </p:spPr>
        <p:txBody>
          <a:bodyPr>
            <a:normAutofit lnSpcReduction="10000"/>
          </a:bodyPr>
          <a:lstStyle/>
          <a:p>
            <a:pPr>
              <a:buFont typeface="Wingdings" panose="05000000000000000000" pitchFamily="2" charset="2"/>
              <a:buChar char="Ø"/>
            </a:pPr>
            <a:endParaRPr lang="en-IN" sz="2400" dirty="0"/>
          </a:p>
          <a:p>
            <a:pPr>
              <a:buFont typeface="Wingdings" panose="05000000000000000000" pitchFamily="2" charset="2"/>
              <a:buChar char="Ø"/>
            </a:pPr>
            <a:r>
              <a:rPr lang="en-IN" sz="2400" dirty="0"/>
              <a:t>HTML</a:t>
            </a:r>
          </a:p>
          <a:p>
            <a:pPr>
              <a:buFont typeface="Wingdings" panose="05000000000000000000" pitchFamily="2" charset="2"/>
              <a:buChar char="Ø"/>
            </a:pPr>
            <a:r>
              <a:rPr lang="en-IN" sz="2400" dirty="0"/>
              <a:t>CSS </a:t>
            </a:r>
          </a:p>
          <a:p>
            <a:pPr>
              <a:buFont typeface="Wingdings" panose="05000000000000000000" pitchFamily="2" charset="2"/>
              <a:buChar char="Ø"/>
            </a:pPr>
            <a:r>
              <a:rPr lang="en-IN" sz="2400" dirty="0"/>
              <a:t>TAILWIND CSS</a:t>
            </a:r>
          </a:p>
          <a:p>
            <a:pPr>
              <a:buFont typeface="Wingdings" panose="05000000000000000000" pitchFamily="2" charset="2"/>
              <a:buChar char="Ø"/>
            </a:pPr>
            <a:r>
              <a:rPr lang="en-IN" sz="2400" dirty="0"/>
              <a:t>ES6</a:t>
            </a:r>
          </a:p>
          <a:p>
            <a:pPr>
              <a:buFont typeface="Wingdings" panose="05000000000000000000" pitchFamily="2" charset="2"/>
              <a:buChar char="Ø"/>
            </a:pPr>
            <a:r>
              <a:rPr lang="en-IN" sz="2400" dirty="0"/>
              <a:t>JAVASCRIPT </a:t>
            </a:r>
          </a:p>
          <a:p>
            <a:pPr>
              <a:buFont typeface="Wingdings" panose="05000000000000000000" pitchFamily="2" charset="2"/>
              <a:buChar char="Ø"/>
            </a:pPr>
            <a:r>
              <a:rPr lang="en-IN" sz="2400" dirty="0"/>
              <a:t>REACT</a:t>
            </a:r>
          </a:p>
          <a:p>
            <a:pPr>
              <a:buFont typeface="Wingdings" panose="05000000000000000000" pitchFamily="2" charset="2"/>
              <a:buChar char="Ø"/>
            </a:pPr>
            <a:r>
              <a:rPr lang="en-IN" sz="2400" dirty="0"/>
              <a:t>EXPRESS</a:t>
            </a:r>
          </a:p>
          <a:p>
            <a:pPr>
              <a:buFont typeface="Wingdings" panose="05000000000000000000" pitchFamily="2" charset="2"/>
              <a:buChar char="Ø"/>
            </a:pPr>
            <a:r>
              <a:rPr lang="en-IN" sz="2400" dirty="0"/>
              <a:t>MONGODB</a:t>
            </a:r>
          </a:p>
          <a:p>
            <a:pPr>
              <a:buFont typeface="Wingdings" panose="05000000000000000000" pitchFamily="2" charset="2"/>
              <a:buChar char="Ø"/>
            </a:pPr>
            <a:r>
              <a:rPr lang="en-IN" sz="2400" dirty="0"/>
              <a:t>NODE JS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8612" y="0"/>
            <a:ext cx="2035245" cy="1716505"/>
          </a:xfrm>
          <a:prstGeom prst="rect">
            <a:avLst/>
          </a:prstGeom>
        </p:spPr>
      </p:pic>
    </p:spTree>
    <p:extLst>
      <p:ext uri="{BB962C8B-B14F-4D97-AF65-F5344CB8AC3E}">
        <p14:creationId xmlns:p14="http://schemas.microsoft.com/office/powerpoint/2010/main" val="1164010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1" y="1716505"/>
            <a:ext cx="12175619" cy="5141495"/>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56755" y="0"/>
            <a:ext cx="2035245" cy="1716505"/>
          </a:xfrm>
          <a:prstGeom prst="rect">
            <a:avLst/>
          </a:prstGeom>
        </p:spPr>
      </p:pic>
    </p:spTree>
    <p:extLst>
      <p:ext uri="{BB962C8B-B14F-4D97-AF65-F5344CB8AC3E}">
        <p14:creationId xmlns:p14="http://schemas.microsoft.com/office/powerpoint/2010/main" val="1792811928"/>
      </p:ext>
    </p:extLst>
  </p:cSld>
  <p:clrMapOvr>
    <a:masterClrMapping/>
  </p:clrMapOvr>
</p:sld>
</file>

<file path=ppt/theme/theme1.xml><?xml version="1.0" encoding="utf-8"?>
<a:theme xmlns:a="http://schemas.openxmlformats.org/drawingml/2006/main" name="160930-artificial-intelligence-template-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160930-artificial-intelligence-template-16x9</Template>
  <TotalTime>462</TotalTime>
  <Words>258</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Roboto</vt:lpstr>
      <vt:lpstr>ui-sans-serif</vt:lpstr>
      <vt:lpstr>Wingdings</vt:lpstr>
      <vt:lpstr>160930-artificial-intelligence-template-16x9</vt:lpstr>
      <vt:lpstr>CODERS CAFE</vt:lpstr>
      <vt:lpstr> </vt:lpstr>
      <vt:lpstr>INTRODUCTION</vt:lpstr>
      <vt:lpstr>OBJECTIVE</vt:lpstr>
      <vt:lpstr>SCOPE</vt:lpstr>
      <vt:lpstr>TECHNOLOGY USED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kalash.2024cs1167</dc:creator>
  <cp:lastModifiedBy>Mridul Pandey</cp:lastModifiedBy>
  <cp:revision>48</cp:revision>
  <dcterms:created xsi:type="dcterms:W3CDTF">2022-11-13T20:07:13Z</dcterms:created>
  <dcterms:modified xsi:type="dcterms:W3CDTF">2022-12-22T12:15:24Z</dcterms:modified>
</cp:coreProperties>
</file>